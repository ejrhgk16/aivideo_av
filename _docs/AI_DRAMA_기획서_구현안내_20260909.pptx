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bef3cd0eca440c" /><Relationship Type="http://schemas.openxmlformats.org/officeDocument/2006/relationships/extended-properties" Target="/docProps/app.xml" Id="Rb2907bf967c2480e" /><Relationship Type="http://schemas.openxmlformats.org/officeDocument/2006/relationships/officeDocument" Target="/ppt/presentation.xml" Id="R923fc29b6af543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5c441ef0df48e2"/>
  </p:sldMasterIdLst>
  <p:notesMasterIdLst>
    <p:notesMasterId xmlns:r="http://schemas.openxmlformats.org/officeDocument/2006/relationships" r:id="R530dcbe4de214b07"/>
  </p:notesMasterIdLst>
  <p:sldIdLst>
    <p:sldId xmlns:r="http://schemas.openxmlformats.org/officeDocument/2006/relationships" id="256" r:id="R5a5e17e7d2034c46"/>
    <p:sldId xmlns:r="http://schemas.openxmlformats.org/officeDocument/2006/relationships" id="257" r:id="R2f1f6ed3da194f2d"/>
    <p:sldId xmlns:r="http://schemas.openxmlformats.org/officeDocument/2006/relationships" id="258" r:id="R6dd30bcfbebb4931"/>
    <p:sldId xmlns:r="http://schemas.openxmlformats.org/officeDocument/2006/relationships" id="259" r:id="Rdee5004ea6a94cd6"/>
    <p:sldId xmlns:r="http://schemas.openxmlformats.org/officeDocument/2006/relationships" id="260" r:id="R1bfe099961544231"/>
    <p:sldId xmlns:r="http://schemas.openxmlformats.org/officeDocument/2006/relationships" id="261" r:id="R8f426f3ab463410b"/>
    <p:sldId xmlns:r="http://schemas.openxmlformats.org/officeDocument/2006/relationships" id="262" r:id="Rd3097c8591e349cf"/>
    <p:sldId xmlns:r="http://schemas.openxmlformats.org/officeDocument/2006/relationships" id="263" r:id="Rcf0b853494b24fa7"/>
    <p:sldId xmlns:r="http://schemas.openxmlformats.org/officeDocument/2006/relationships" id="264" r:id="R26b84e6c8280470b"/>
    <p:sldId xmlns:r="http://schemas.openxmlformats.org/officeDocument/2006/relationships" id="265" r:id="Ra2e04d238ee44160"/>
    <p:sldId xmlns:r="http://schemas.openxmlformats.org/officeDocument/2006/relationships" id="266" r:id="Rf8bdb66abf6c4256"/>
    <p:sldId xmlns:r="http://schemas.openxmlformats.org/officeDocument/2006/relationships" id="267" r:id="R8f7a40d2977c4206"/>
    <p:sldId xmlns:r="http://schemas.openxmlformats.org/officeDocument/2006/relationships" id="268" r:id="R96a13d84be6743ea"/>
    <p:sldId xmlns:r="http://schemas.openxmlformats.org/officeDocument/2006/relationships" id="269" r:id="Rb21bfa865dc84095"/>
    <p:sldId xmlns:r="http://schemas.openxmlformats.org/officeDocument/2006/relationships" id="270" r:id="R151d03ded2ab46e9"/>
    <p:sldId xmlns:r="http://schemas.openxmlformats.org/officeDocument/2006/relationships" id="271" r:id="R7c0c94628d7f4d9f"/>
    <p:sldId xmlns:r="http://schemas.openxmlformats.org/officeDocument/2006/relationships" id="272" r:id="R1a12847044834fa2"/>
    <p:sldId xmlns:r="http://schemas.openxmlformats.org/officeDocument/2006/relationships" id="273" r:id="Ra67616127b1f48e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1236d8052b4667" /><Relationship Type="http://schemas.openxmlformats.org/officeDocument/2006/relationships/slideMaster" Target="/ppt/slideMasters/slideMaster1.xml" Id="R975c441ef0df48e2" /><Relationship Type="http://schemas.openxmlformats.org/officeDocument/2006/relationships/notesMaster" Target="/ppt/notesMasters/notesMaster1.xml" Id="R530dcbe4de214b07" /><Relationship Type="http://schemas.openxmlformats.org/officeDocument/2006/relationships/presProps" Target="/ppt/presProps.xml" Id="R3d70de9b475d40a7" /><Relationship Type="http://schemas.openxmlformats.org/officeDocument/2006/relationships/tableStyles" Target="/ppt/tableStyles.xml" Id="Rfa01f5ef219a4f23" /><Relationship Type="http://schemas.openxmlformats.org/officeDocument/2006/relationships/slide" Target="/ppt/slides/slide1.xml" Id="R5a5e17e7d2034c46" /><Relationship Type="http://schemas.openxmlformats.org/officeDocument/2006/relationships/slide" Target="/ppt/slides/slide2.xml" Id="R2f1f6ed3da194f2d" /><Relationship Type="http://schemas.openxmlformats.org/officeDocument/2006/relationships/slide" Target="/ppt/slides/slide3.xml" Id="R6dd30bcfbebb4931" /><Relationship Type="http://schemas.openxmlformats.org/officeDocument/2006/relationships/slide" Target="/ppt/slides/slide4.xml" Id="Rdee5004ea6a94cd6" /><Relationship Type="http://schemas.openxmlformats.org/officeDocument/2006/relationships/slide" Target="/ppt/slides/slide5.xml" Id="R1bfe099961544231" /><Relationship Type="http://schemas.openxmlformats.org/officeDocument/2006/relationships/slide" Target="/ppt/slides/slide6.xml" Id="R8f426f3ab463410b" /><Relationship Type="http://schemas.openxmlformats.org/officeDocument/2006/relationships/slide" Target="/ppt/slides/slide7.xml" Id="Rd3097c8591e349cf" /><Relationship Type="http://schemas.openxmlformats.org/officeDocument/2006/relationships/slide" Target="/ppt/slides/slide8.xml" Id="Rcf0b853494b24fa7" /><Relationship Type="http://schemas.openxmlformats.org/officeDocument/2006/relationships/slide" Target="/ppt/slides/slide9.xml" Id="R26b84e6c8280470b" /><Relationship Type="http://schemas.openxmlformats.org/officeDocument/2006/relationships/slide" Target="/ppt/slides/slide10.xml" Id="Ra2e04d238ee44160" /><Relationship Type="http://schemas.openxmlformats.org/officeDocument/2006/relationships/slide" Target="/ppt/slides/slide11.xml" Id="Rf8bdb66abf6c4256" /><Relationship Type="http://schemas.openxmlformats.org/officeDocument/2006/relationships/slide" Target="/ppt/slides/slide12.xml" Id="R8f7a40d2977c4206" /><Relationship Type="http://schemas.openxmlformats.org/officeDocument/2006/relationships/slide" Target="/ppt/slides/slide13.xml" Id="R96a13d84be6743ea" /><Relationship Type="http://schemas.openxmlformats.org/officeDocument/2006/relationships/slide" Target="/ppt/slides/slide14.xml" Id="Rb21bfa865dc84095" /><Relationship Type="http://schemas.openxmlformats.org/officeDocument/2006/relationships/slide" Target="/ppt/slides/slide15.xml" Id="R151d03ded2ab46e9" /><Relationship Type="http://schemas.openxmlformats.org/officeDocument/2006/relationships/slide" Target="/ppt/slides/slide16.xml" Id="R7c0c94628d7f4d9f" /><Relationship Type="http://schemas.openxmlformats.org/officeDocument/2006/relationships/slide" Target="/ppt/slides/slide17.xml" Id="R1a12847044834fa2" /><Relationship Type="http://schemas.openxmlformats.org/officeDocument/2006/relationships/slide" Target="/ppt/slides/slide18.xml" Id="Ra67616127b1f48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ebfd60fbec46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5085c32d8c418a" /><Relationship Type="http://schemas.openxmlformats.org/officeDocument/2006/relationships/notesMaster" Target="/ppt/notesMasters/notesMaster1.xml" Id="R3f61d9b1ce0449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e90cbcd86140ec" /><Relationship Type="http://schemas.openxmlformats.org/officeDocument/2006/relationships/notesMaster" Target="/ppt/notesMasters/notesMaster1.xml" Id="R7c727fd276d64c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1254e5853b4f87" /><Relationship Type="http://schemas.openxmlformats.org/officeDocument/2006/relationships/notesMaster" Target="/ppt/notesMasters/notesMaster1.xml" Id="R4b108a0c06f443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2c5e3baad94816" /><Relationship Type="http://schemas.openxmlformats.org/officeDocument/2006/relationships/notesMaster" Target="/ppt/notesMasters/notesMaster1.xml" Id="R60cd0a0548b942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4004d4ce564f38" /><Relationship Type="http://schemas.openxmlformats.org/officeDocument/2006/relationships/notesMaster" Target="/ppt/notesMasters/notesMaster1.xml" Id="R6da2518a4b1549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7115add6864fee" /><Relationship Type="http://schemas.openxmlformats.org/officeDocument/2006/relationships/notesMaster" Target="/ppt/notesMasters/notesMaster1.xml" Id="R3a9ef283efaf47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13732340044e3c" /><Relationship Type="http://schemas.openxmlformats.org/officeDocument/2006/relationships/notesMaster" Target="/ppt/notesMasters/notesMaster1.xml" Id="R24a326ce388244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d7d171197d4746" /><Relationship Type="http://schemas.openxmlformats.org/officeDocument/2006/relationships/notesMaster" Target="/ppt/notesMasters/notesMaster1.xml" Id="R874ff941b5494f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6562ae58ff44c4" /><Relationship Type="http://schemas.openxmlformats.org/officeDocument/2006/relationships/notesMaster" Target="/ppt/notesMasters/notesMaster1.xml" Id="R5c30264234fe40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8be0d7d6fb40fb" /><Relationship Type="http://schemas.openxmlformats.org/officeDocument/2006/relationships/notesMaster" Target="/ppt/notesMasters/notesMaster1.xml" Id="R36e3671bd5284f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77a435afbf49c9" /><Relationship Type="http://schemas.openxmlformats.org/officeDocument/2006/relationships/notesMaster" Target="/ppt/notesMasters/notesMaster1.xml" Id="Ref24f1649fb34a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765dc9885549ce" /><Relationship Type="http://schemas.openxmlformats.org/officeDocument/2006/relationships/notesMaster" Target="/ppt/notesMasters/notesMaster1.xml" Id="Rb1773b75462c4d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c53417e1a243fd" /><Relationship Type="http://schemas.openxmlformats.org/officeDocument/2006/relationships/notesMaster" Target="/ppt/notesMasters/notesMaster1.xml" Id="R1cd2eda5d01e4c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ba3aa697c14482" /><Relationship Type="http://schemas.openxmlformats.org/officeDocument/2006/relationships/notesMaster" Target="/ppt/notesMasters/notesMaster1.xml" Id="R9adacff56baa4d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479d9116f4465e" /><Relationship Type="http://schemas.openxmlformats.org/officeDocument/2006/relationships/notesMaster" Target="/ppt/notesMasters/notesMaster1.xml" Id="R2279233b97dd47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d8767d5700e46c8" /><Relationship Type="http://schemas.openxmlformats.org/officeDocument/2006/relationships/notesMaster" Target="/ppt/notesMasters/notesMaster1.xml" Id="R8bdbf675971e4aa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bd8f6525574ede" /><Relationship Type="http://schemas.openxmlformats.org/officeDocument/2006/relationships/notesMaster" Target="/ppt/notesMasters/notesMaster1.xml" Id="Rdf54773d00404aa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de3d3bf42ad4570" /><Relationship Type="http://schemas.openxmlformats.org/officeDocument/2006/relationships/notesMaster" Target="/ppt/notesMasters/notesMaster1.xml" Id="Rf1a71d80e53d42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 기준: 2026-09-09. 사용자 요청과 현재 구현 소스(README.md, components/drama-app.tsx, components/recommendation-feed.tsx, lib/dramas.ts, lib/experience.ts)를 기준으로 작성. 실제 구현: https://ai-drama-screen.qwerqerqwere.chatgpt.site/</a:t>
            </a:r>
          </a:p>
          <a:p xmlns:a="http://schemas.openxmlformats.org/drawingml/2006/main">
            <a:r>
              <a:t>화면 이미지는 해당 앱의 캡처. 포스터는 프로젝트용 AI 콘셉트 이미지이며 작품명과 제작사명은 예시. 현재 영상·광고·결제·회원 서버 미연결.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 기준: 2026-09-09. 사용자 요청과 현재 구현 소스(README.md, components/drama-app.tsx, components/recommendation-feed.tsx, lib/dramas.ts, lib/experience.ts)를 기준으로 작성. 실제 구현: https://ai-drama-screen.qwerqerqwere.chatgpt.site/</a:t>
            </a:r>
          </a:p>
          <a:p xmlns:a="http://schemas.openxmlformats.org/drawingml/2006/main">
            <a:r>
              <a:t>화면 이미지는 해당 앱의 캡처. 포스터는 프로젝트용 AI 콘셉트 이미지이며 작품명과 제작사명은 예시. 현재 영상·광고·결제·회원 서버 미연결.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 기준: 2026-09-09. 사용자 요청과 현재 구현 소스(README.md, components/drama-app.tsx, components/recommendation-feed.tsx, lib/dramas.ts, lib/experience.ts)를 기준으로 작성. 실제 구현: https://ai-drama-screen.qwerqerqwere.chatgpt.site/</a:t>
            </a:r>
          </a:p>
          <a:p xmlns:a="http://schemas.openxmlformats.org/drawingml/2006/main">
            <a:r>
              <a:t>화면 이미지는 해당 앱의 캡처. 포스터는 프로젝트용 AI 콘셉트 이미지이며 작품명과 제작사명은 예시. 현재 영상·광고·결제·회원 서버 미연결.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 기준: 2026-09-09. 사용자 요청과 현재 구현 소스(README.md, components/drama-app.tsx, components/recommendation-feed.tsx, lib/dramas.ts, lib/experience.ts)를 기준으로 작성. 실제 구현: https://ai-drama-screen.qwerqerqwere.chatgpt.site/</a:t>
            </a:r>
          </a:p>
          <a:p xmlns:a="http://schemas.openxmlformats.org/drawingml/2006/main">
            <a:r>
              <a:t>화면 이미지는 해당 앱의 캡처. 포스터는 프로젝트용 AI 콘셉트 이미지이며 작품명과 제작사명은 예시. 현재 영상·광고·결제·회원 서버 미연결.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 기준: 2026-09-09. 사용자 요청과 현재 구현 소스(README.md, components/drama-app.tsx, components/recommendation-feed.tsx, lib/dramas.ts, lib/experience.ts)를 기준으로 작성. 실제 구현: https://ai-drama-screen.qwerqerqwere.chatgpt.site/</a:t>
            </a:r>
          </a:p>
          <a:p xmlns:a="http://schemas.openxmlformats.org/drawingml/2006/main">
            <a:r>
              <a:t>화면 이미지는 해당 앱의 캡처. 포스터는 프로젝트용 AI 콘셉트 이미지이며 작품명과 제작사명은 예시. 현재 영상·광고·결제·회원 서버 미연결.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 기준: 2026-09-09. 사용자 요청과 현재 구현 소스(README.md, components/drama-app.tsx, components/recommendation-feed.tsx, lib/dramas.ts, lib/experience.ts)를 기준으로 작성. 실제 구현: https://ai-drama-screen.qwerqerqwere.chatgpt.site/</a:t>
            </a:r>
          </a:p>
          <a:p xmlns:a="http://schemas.openxmlformats.org/drawingml/2006/main">
            <a:r>
              <a:t>화면 이미지는 해당 앱의 캡처. 포스터는 프로젝트용 AI 콘셉트 이미지이며 작품명과 제작사명은 예시. 현재 영상·광고·결제·회원 서버 미연결.</a:t>
            </a:r>
          </a:p>
          <a:p xmlns:a="http://schemas.openxmlformats.org/drawingml/2006/main">
            <a:r>
              <a:t>추천 화면은 세로 스크롤 스냅으로 한 작품씩 정지한다. 실제 미리보기 동영상 주소는 아직 없어 표지와 예시 자막으로 시연한다.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 기준: 2026-09-09. 사용자 요청과 현재 구현 소스(README.md, components/drama-app.tsx, components/recommendation-feed.tsx, lib/dramas.ts, lib/experience.ts)를 기준으로 작성. 실제 구현: https://ai-drama-screen.qwerqerqwere.chatgpt.site/</a:t>
            </a:r>
          </a:p>
          <a:p xmlns:a="http://schemas.openxmlformats.org/drawingml/2006/main">
            <a:r>
              <a:t>화면 이미지는 해당 앱의 캡처. 포스터는 프로젝트용 AI 콘셉트 이미지이며 작품명과 제작사명은 예시. 현재 영상·광고·결제·회원 서버 미연결.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 기준: 2026-09-09. 사용자 요청과 현재 구현 소스(README.md, components/drama-app.tsx, components/recommendation-feed.tsx, lib/dramas.ts, lib/experience.ts)를 기준으로 작성. 실제 구현: https://ai-drama-screen.qwerqerqwere.chatgpt.site/</a:t>
            </a:r>
          </a:p>
          <a:p xmlns:a="http://schemas.openxmlformats.org/drawingml/2006/main">
            <a:r>
              <a:t>화면 이미지는 해당 앱의 캡처. 포스터는 프로젝트용 AI 콘셉트 이미지이며 작품명과 제작사명은 예시. 현재 영상·광고·결제·회원 서버 미연결.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 기준: 2026-09-09. 사용자 요청과 현재 구현 소스(README.md, components/drama-app.tsx, components/recommendation-feed.tsx, lib/dramas.ts, lib/experience.ts)를 기준으로 작성. 실제 구현: https://ai-drama-screen.qwerqerqwere.chatgpt.site/</a:t>
            </a:r>
          </a:p>
          <a:p xmlns:a="http://schemas.openxmlformats.org/drawingml/2006/main">
            <a:r>
              <a:t>화면 이미지는 해당 앱의 캡처. 포스터는 프로젝트용 AI 콘셉트 이미지이며 작품명과 제작사명은 예시. 현재 영상·광고·결제·회원 서버 미연결.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 기준: 2026-09-09. 사용자 요청과 현재 구현 소스(README.md, components/drama-app.tsx, components/recommendation-feed.tsx, lib/dramas.ts, lib/experience.ts)를 기준으로 작성. 실제 구현: https://ai-drama-screen.qwerqerqwere.chatgpt.site/</a:t>
            </a:r>
          </a:p>
          <a:p xmlns:a="http://schemas.openxmlformats.org/drawingml/2006/main">
            <a:r>
              <a:t>화면 이미지는 해당 앱의 캡처. 포스터는 프로젝트용 AI 콘셉트 이미지이며 작품명과 제작사명은 예시. 현재 영상·광고·결제·회원 서버 미연결.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 기준: 2026-09-09. 사용자 요청과 현재 구현 소스(README.md, components/drama-app.tsx, components/recommendation-feed.tsx, lib/dramas.ts, lib/experience.ts)를 기준으로 작성. 실제 구현: https://ai-drama-screen.qwerqerqwere.chatgpt.site/</a:t>
            </a:r>
          </a:p>
          <a:p xmlns:a="http://schemas.openxmlformats.org/drawingml/2006/main">
            <a:r>
              <a:t>화면 이미지는 해당 앱의 캡처. 포스터는 프로젝트용 AI 콘셉트 이미지이며 작품명과 제작사명은 예시. 현재 영상·광고·결제·회원 서버 미연결.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 기준: 2026-09-09. 사용자 요청과 현재 구현 소스(README.md, components/drama-app.tsx, components/recommendation-feed.tsx, lib/dramas.ts, lib/experience.ts)를 기준으로 작성. 실제 구현: https://ai-drama-screen.qwerqerqwere.chatgpt.site/</a:t>
            </a:r>
          </a:p>
          <a:p xmlns:a="http://schemas.openxmlformats.org/drawingml/2006/main">
            <a:r>
              <a:t>화면 이미지는 해당 앱의 캡처. 포스터는 프로젝트용 AI 콘셉트 이미지이며 작품명과 제작사명은 예시. 현재 영상·광고·결제·회원 서버 미연결.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 기준: 2026-09-09. 사용자 요청과 현재 구현 소스(README.md, components/drama-app.tsx, components/recommendation-feed.tsx, lib/dramas.ts, lib/experience.ts)를 기준으로 작성. 실제 구현: https://ai-drama-screen.qwerqerqwere.chatgpt.site/</a:t>
            </a:r>
          </a:p>
          <a:p xmlns:a="http://schemas.openxmlformats.org/drawingml/2006/main">
            <a:r>
              <a:t>화면 이미지는 해당 앱의 캡처. 포스터는 프로젝트용 AI 콘셉트 이미지이며 작품명과 제작사명은 예시. 현재 영상·광고·결제·회원 서버 미연결.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 기준: 2026-09-09. 사용자 요청과 현재 구현 소스(README.md, components/drama-app.tsx, components/recommendation-feed.tsx, lib/dramas.ts, lib/experience.ts)를 기준으로 작성. 실제 구현: https://ai-drama-screen.qwerqerqwere.chatgpt.site/</a:t>
            </a:r>
          </a:p>
          <a:p xmlns:a="http://schemas.openxmlformats.org/drawingml/2006/main">
            <a:r>
              <a:t>화면 이미지는 해당 앱의 캡처. 포스터는 프로젝트용 AI 콘셉트 이미지이며 작품명과 제작사명은 예시. 현재 영상·광고·결제·회원 서버 미연결.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 기준: 2026-09-09. 사용자 요청과 현재 구현 소스(README.md, components/drama-app.tsx, components/recommendation-feed.tsx, lib/dramas.ts, lib/experience.ts)를 기준으로 작성. 실제 구현: https://ai-drama-screen.qwerqerqwere.chatgpt.site/</a:t>
            </a:r>
          </a:p>
          <a:p xmlns:a="http://schemas.openxmlformats.org/drawingml/2006/main">
            <a:r>
              <a:t>화면 이미지는 해당 앱의 캡처. 포스터는 프로젝트용 AI 콘셉트 이미지이며 작품명과 제작사명은 예시. 현재 영상·광고·결제·회원 서버 미연결.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 기준: 2026-09-09. 사용자 요청과 현재 구현 소스(README.md, components/drama-app.tsx, components/recommendation-feed.tsx, lib/dramas.ts, lib/experience.ts)를 기준으로 작성. 실제 구현: https://ai-drama-screen.qwerqerqwere.chatgpt.site/</a:t>
            </a:r>
          </a:p>
          <a:p xmlns:a="http://schemas.openxmlformats.org/drawingml/2006/main">
            <a:r>
              <a:t>화면 이미지는 해당 앱의 캡처. 포스터는 프로젝트용 AI 콘셉트 이미지이며 작품명과 제작사명은 예시. 현재 영상·광고·결제·회원 서버 미연결.</a:t>
            </a:r>
          </a:p>
          <a:p xmlns:a="http://schemas.openxmlformats.org/drawingml/2006/main">
            <a:r>
              <a:t>이 장은 아직 구현되지 않은 출시 운영 기능 제안이다. 현재 예시 작품 3개는 소스에 직접 등록했다. 창작마당·이용자 업로드·추천 투표 선발 기능은 제외한다.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 기준: 2026-09-09. 사용자 요청과 현재 구현 소스(README.md, components/drama-app.tsx, components/recommendation-feed.tsx, lib/dramas.ts, lib/experience.ts)를 기준으로 작성. 실제 구현: https://ai-drama-screen.qwerqerqwere.chatgpt.site/</a:t>
            </a:r>
          </a:p>
          <a:p xmlns:a="http://schemas.openxmlformats.org/drawingml/2006/main">
            <a:r>
              <a:t>화면 이미지는 해당 앱의 캡처. 포스터는 프로젝트용 AI 콘셉트 이미지이며 작품명과 제작사명은 예시. 현재 영상·광고·결제·회원 서버 미연결.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작성 기준: 2026-09-09. 사용자 요청과 현재 구현 소스(README.md, components/drama-app.tsx, components/recommendation-feed.tsx, lib/dramas.ts, lib/experience.ts)를 기준으로 작성. 실제 구현: https://ai-drama-screen.qwerqerqwere.chatgpt.site/</a:t>
            </a:r>
          </a:p>
          <a:p xmlns:a="http://schemas.openxmlformats.org/drawingml/2006/main">
            <a:r>
              <a:t>화면 이미지는 해당 앱의 캡처. 포스터는 프로젝트용 AI 콘셉트 이미지이며 작품명과 제작사명은 예시. 현재 영상·광고·결제·회원 서버 미연결.</a:t>
            </a:r>
          </a:p>
          <a:p xmlns:a="http://schemas.openxmlformats.org/drawingml/2006/main">
            <a:r>
              <a:t>구현 화면은 링크를 받은 누구나 접근할 수 있도록 공개된 사이트다. GitHub 저장소 URL은 사용자가 제공한 대상이다. 영상·광고·결제는 아직 연결 전인 UI 체험이다.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5fad6343c84c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e8bfc4112e4e35" /><Relationship Type="http://schemas.openxmlformats.org/officeDocument/2006/relationships/slideLayout" Target="/ppt/slideLayouts/slideLayout1.xml" Id="Rb63f02f0ee6b43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3f02f0ee6b43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8bffeb5d44c07" /><Relationship Type="http://schemas.openxmlformats.org/officeDocument/2006/relationships/image" Target="/ppt/media/image.jpeg" Id="Rce692d4d6b134d57" /><Relationship Type="http://schemas.openxmlformats.org/officeDocument/2006/relationships/notesSlide" Target="/ppt/notesSlides/notesSlide1.xml" Id="R8ba27cdce8404d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e68dd969d4254" /><Relationship Type="http://schemas.openxmlformats.org/officeDocument/2006/relationships/notesSlide" Target="/ppt/notesSlides/notesSlide2.xml" Id="R3feb4f83917d42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0f11576ea42ec" /><Relationship Type="http://schemas.openxmlformats.org/officeDocument/2006/relationships/notesSlide" Target="/ppt/notesSlides/notesSlide3.xml" Id="R47222b02b13641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3b126e53e4c82" /><Relationship Type="http://schemas.openxmlformats.org/officeDocument/2006/relationships/image" Target="/ppt/media/image2.jpeg" Id="R106a1903f6c943ab" /><Relationship Type="http://schemas.openxmlformats.org/officeDocument/2006/relationships/notesSlide" Target="/ppt/notesSlides/notesSlide4.xml" Id="R7e622d9a85f740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cdcc5e918438e" /><Relationship Type="http://schemas.openxmlformats.org/officeDocument/2006/relationships/image" Target="/ppt/media/image3.jpeg" Id="Ra490cd06da764597" /><Relationship Type="http://schemas.openxmlformats.org/officeDocument/2006/relationships/notesSlide" Target="/ppt/notesSlides/notesSlide5.xml" Id="R4f4cee76af3c41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78369f70c4ca7" /><Relationship Type="http://schemas.openxmlformats.org/officeDocument/2006/relationships/image" Target="/ppt/media/image4.jpeg" Id="Rdfc79664426d48f7" /><Relationship Type="http://schemas.openxmlformats.org/officeDocument/2006/relationships/notesSlide" Target="/ppt/notesSlides/notesSlide6.xml" Id="Re886c35dd1e24e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8ac8111d9415e" /><Relationship Type="http://schemas.openxmlformats.org/officeDocument/2006/relationships/notesSlide" Target="/ppt/notesSlides/notesSlide7.xml" Id="R93b383800d444e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6d1739803449a" /><Relationship Type="http://schemas.openxmlformats.org/officeDocument/2006/relationships/image" Target="/ppt/media/image5.jpeg" Id="Rafd77612f0e04d76" /><Relationship Type="http://schemas.openxmlformats.org/officeDocument/2006/relationships/image" Target="/ppt/media/image6.jpeg" Id="R6c4d1d67e58d490f" /><Relationship Type="http://schemas.openxmlformats.org/officeDocument/2006/relationships/notesSlide" Target="/ppt/notesSlides/notesSlide8.xml" Id="Ra2e5c2ee093a45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288f44bd24b40" /><Relationship Type="http://schemas.openxmlformats.org/officeDocument/2006/relationships/image" Target="/ppt/media/image7.jpeg" Id="R854d6eb71eb64bdb" /><Relationship Type="http://schemas.openxmlformats.org/officeDocument/2006/relationships/notesSlide" Target="/ppt/notesSlides/notesSlide9.xml" Id="Re5cb39a361a84f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5535aa9e0479f" /><Relationship Type="http://schemas.openxmlformats.org/officeDocument/2006/relationships/image" Target="/ppt/media/image8.jpeg" Id="R9442165cbbb844f4" /><Relationship Type="http://schemas.openxmlformats.org/officeDocument/2006/relationships/notesSlide" Target="/ppt/notesSlides/notesSlide10.xml" Id="R46b4a65ba5ee4e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4ac157f8a4bcd" /><Relationship Type="http://schemas.openxmlformats.org/officeDocument/2006/relationships/image" Target="/ppt/media/image9.jpeg" Id="Raa24e803ea334ddb" /><Relationship Type="http://schemas.openxmlformats.org/officeDocument/2006/relationships/notesSlide" Target="/ppt/notesSlides/notesSlide11.xml" Id="R961108b6dadb45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d8c5316c94922" /><Relationship Type="http://schemas.openxmlformats.org/officeDocument/2006/relationships/image" Target="/ppt/media/image10.jpeg" Id="Rfd5fcbca422a4a0e" /><Relationship Type="http://schemas.openxmlformats.org/officeDocument/2006/relationships/notesSlide" Target="/ppt/notesSlides/notesSlide12.xml" Id="R9110dca5e83441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0f1602c264731" /><Relationship Type="http://schemas.openxmlformats.org/officeDocument/2006/relationships/image" Target="/ppt/media/image11.jpeg" Id="Ra6463782e3c24f58" /><Relationship Type="http://schemas.openxmlformats.org/officeDocument/2006/relationships/notesSlide" Target="/ppt/notesSlides/notesSlide13.xml" Id="R2448312f38d34d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03433af6945fd" /><Relationship Type="http://schemas.openxmlformats.org/officeDocument/2006/relationships/notesSlide" Target="/ppt/notesSlides/notesSlide14.xml" Id="R0d36c547bae54d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991b57271485b" /><Relationship Type="http://schemas.openxmlformats.org/officeDocument/2006/relationships/image" Target="/ppt/media/image12.jpeg" Id="R388d7c1548e74f22" /><Relationship Type="http://schemas.openxmlformats.org/officeDocument/2006/relationships/notesSlide" Target="/ppt/notesSlides/notesSlide15.xml" Id="R10269f0df509481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e2a13d4824d44" /><Relationship Type="http://schemas.openxmlformats.org/officeDocument/2006/relationships/notesSlide" Target="/ppt/notesSlides/notesSlide16.xml" Id="R5e2b4a2c83ba4e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e7f5e0bba45dc" /><Relationship Type="http://schemas.openxmlformats.org/officeDocument/2006/relationships/notesSlide" Target="/ppt/notesSlides/notesSlide17.xml" Id="R55fb1adad8db404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e426a215e40e0" /><Relationship Type="http://schemas.openxmlformats.org/officeDocument/2006/relationships/hyperlink" Target="https://ai-drama-screen.qwerqerqwere.chatgpt.site/" TargetMode="External" Id="R94578f908b8e428b" /><Relationship Type="http://schemas.openxmlformats.org/officeDocument/2006/relationships/hyperlink" Target="https://github.com/ejrhgk16/aivideo_av" TargetMode="External" Id="Rd3abf30f34e24d26" /><Relationship Type="http://schemas.openxmlformats.org/officeDocument/2006/relationships/notesSlide" Target="/ppt/notesSlides/notesSlide18.xml" Id="R739dfa94f83041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C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92d4d6b134d57"/>
          <a:stretch xmlns:a="http://schemas.openxmlformats.org/drawingml/2006/main"/>
        </p:blipFill>
        <p:spPr>
          <a:xfrm xmlns:a="http://schemas.openxmlformats.org/drawingml/2006/main">
            <a:off x="9334500" y="0"/>
            <a:ext cx="5715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34E2B-A29F-4F18-B3FC-B9B85CAA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239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690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AI DRAMA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EB6F7-8FC5-4DF0-BCA4-550AB7C2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AI 숏폼 드라마 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493CA-7B0B-4172-BBD7-6E4E42D3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화면 기획과 구현 안내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35C7C-E0F3-4B12-98B9-508D520A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7429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한 회 약 1분의 이야기</a:t>
            </a:r>
          </a:p>
          <a:p xmlns:a="http://schemas.openxmlformats.org/drawingml/2006/main">
            <a:pPr>
              <a:defRPr sz="217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운영팀과 제휴 제작사의 AI 드라마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DEF95-D107-4068-88E1-7EB72C58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7343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작업용 서비스명  /  2026.09.09</a:t>
            </a:r>
          </a:p>
        </p:txBody>
      </p:sp>
    </p:spTree>
    <p:extLst>
      <p:ext uri="{BB962C8B-B14F-4D97-AF65-F5344CB8AC3E}">
        <p14:creationId xmlns:p14="http://schemas.microsoft.com/office/powerpoint/2010/main" val="413788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C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1E92A-B91B-44AA-836A-AECAFC68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서비스의 기본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D4A1E-51EB-4EF1-A764-1D532B8B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76375"/>
            <a:ext cx="1362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1분 단위로 감상하고, 다음 이야기는 포인트로 이어가는 서비스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96F0D-E0E5-4B69-B471-D3B4B13D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89C2E-8A93-4E02-88C0-FF093D6F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약 1분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75061-0772-4D5F-98EE-0953D6B8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한 회의 길이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F32BA-7A3D-49EE-9307-18FC2F28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7~10화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B522F-587B-4EC9-93B9-68A4F829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147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작품별 무료 구간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71C06-59D1-4717-AE97-4314B499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7175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포인트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BD834-14AD-4C32-8EE2-8A913DFD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71475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무료 구간 이후 사용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234E6-79EF-4A1C-AF8A-80D4A5B4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콘텐츠 공급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172D1-09E1-47EC-B10B-2ED9367C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2858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운영팀의 자체 제작 드라마와 제휴 제작사의 작품을 제공해요.</a:t>
            </a:r>
          </a:p>
          <a:p xmlns:a="http://schemas.openxmlformats.org/drawingml/2006/main">
            <a:pPr>
              <a:defRPr sz="22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광고 시청이나 충전으로 받은 포인트로 회차를 열어요.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6F43F-F2DF-454A-81AF-93524FDC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39050"/>
            <a:ext cx="1304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이번 범위에서는 이용자 업로드와 창작마당을 제외해요.</a:t>
            </a:r>
          </a:p>
        </p:txBody>
      </p:sp>
    </p:spTree>
    <p:extLst>
      <p:ext uri="{BB962C8B-B14F-4D97-AF65-F5344CB8AC3E}">
        <p14:creationId xmlns:p14="http://schemas.microsoft.com/office/powerpoint/2010/main" val="5552689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C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E3FCD-E4CD-452E-AC1A-28BC2426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다섯 개의 하단 메뉴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E54C5-2DF4-49AF-9F2B-96F2ACC4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76375"/>
            <a:ext cx="1362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어디에 있든 같은 메뉴 이름과 순서로 이동해요.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8BA40-30BF-4002-AB16-205E29BD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00100" y="2305050"/>
          <a:ext xmlns:a="http://schemas.openxmlformats.org/drawingml/2006/main" cx="13639800" cy="4762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10877550"/>
              </a:tblGrid>
              <a:tr h="79375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CBF46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메뉴</a:t>
                      </a:r>
                    </a:p>
                  </a:txBody>
                  <a:tcPr marL="91440" marR="91440" marT="45720" marB="45720" anchor="ctr">
                    <a:solidFill>
                      <a:srgbClr val="1D2420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CBF46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여기서 하는 일</a:t>
                      </a:r>
                    </a:p>
                  </a:txBody>
                  <a:tcPr marL="91440" marR="91440" marT="45720" marB="45720" anchor="ctr">
                    <a:solidFill>
                      <a:srgbClr val="1D2420"/>
                    </a:solidFill>
                  </a:tcPr>
                </a:tc>
              </a:tr>
              <a:tr h="79375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홈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표지와 소개를 보고 작품 선택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  <a:tr h="79375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추천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예고·1화를 위아래로 넘겨보기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  <a:tr h="79375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찾기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작품명 검색과 장르 선택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  <a:tr h="79375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보관함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저장한 작품과 시청 기록 확인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  <a:tr h="79375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 정보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포인트, 감상 설정, 이용 안내 확인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FCE80-D845-4C72-86A1-4883B0D6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39050"/>
            <a:ext cx="1304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포인트 화면은 상단 잔액 또는 내 정보에서 열어요.</a:t>
            </a:r>
          </a:p>
        </p:txBody>
      </p:sp>
    </p:spTree>
    <p:extLst>
      <p:ext uri="{BB962C8B-B14F-4D97-AF65-F5344CB8AC3E}">
        <p14:creationId xmlns:p14="http://schemas.microsoft.com/office/powerpoint/2010/main" val="12850052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C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DF998-B813-4913-AA7D-D585C0DC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9144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홈: 첫 화면에서 바로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160A7-E08A-4B87-B01A-BD39DE1E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a1903f6c943ab"/>
          <a:stretch xmlns:a="http://schemas.openxmlformats.org/drawingml/2006/main"/>
        </p:blipFill>
        <p:spPr>
          <a:xfrm xmlns:a="http://schemas.openxmlformats.org/drawingml/2006/main">
            <a:off x="10572750" y="610662"/>
            <a:ext cx="3477163" cy="712257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2CA58-FD80-402E-BE5F-F40744CD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큰 표지와 짧은 소개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D090B-B9CC-48BD-A303-F9D38E88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809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작품 분위기와 제목이 먼저 보여요.</a:t>
            </a:r>
          </a:p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대표 작품은 01·02·03으로 바꿔볼 수 있어요.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D0317-D1E6-4252-B72C-172944AB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962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무료 구간을 보여주는 시작 버튼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07E53-6F0B-40DD-AE7E-F75A743D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809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“7화까지 무료로 보기”를 누르면 시작해요.</a:t>
            </a:r>
          </a:p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+ 버튼은 작품을 보관함에 저장해요.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F76CF-FFAC-451A-B36F-453185F7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39050"/>
            <a:ext cx="1304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작품 카드에서는 상세 소개와 전체 회차를 확인할 수 있어요.</a:t>
            </a:r>
          </a:p>
        </p:txBody>
      </p:sp>
    </p:spTree>
    <p:extLst>
      <p:ext uri="{BB962C8B-B14F-4D97-AF65-F5344CB8AC3E}">
        <p14:creationId xmlns:p14="http://schemas.microsoft.com/office/powerpoint/2010/main" val="1408658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C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A9F4B-E48E-48EF-A0B6-C2E2F901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9144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작품 탐색과 랭킹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AB858-DFEB-49ED-9265-51A5D097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0cd06da764597"/>
          <a:stretch xmlns:a="http://schemas.openxmlformats.org/drawingml/2006/main"/>
        </p:blipFill>
        <p:spPr>
          <a:xfrm xmlns:a="http://schemas.openxmlformats.org/drawingml/2006/main">
            <a:off x="10572750" y="609600"/>
            <a:ext cx="3477163" cy="7124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57662-7CD6-4D89-8952-FAAE5417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같은 위치에 놓는 작품 정보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529EE-C194-46AA-A914-EAEDFCEC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8191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표지, 제목, 장르, 무료 회차를</a:t>
            </a:r>
          </a:p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일정한 순서로 보여줘요.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AC920-EF41-419E-A4DF-49BDA1A0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취향에 맞게 바뀌는 목록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019A5-270D-46A0-9F6E-C8486AD8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8191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추천·최신·랭킹·장르를 골라 탐색해요.</a:t>
            </a:r>
          </a:p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초기 랭킹은 편집부가 선정한 TOP 3예요.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8B5F1-570D-42C5-8E2E-F2E0ACE6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39050"/>
            <a:ext cx="1304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현재 순위는 실제 시청 수나 매출을 집계한 결과가 아니에요.</a:t>
            </a:r>
          </a:p>
        </p:txBody>
      </p:sp>
    </p:spTree>
    <p:extLst>
      <p:ext uri="{BB962C8B-B14F-4D97-AF65-F5344CB8AC3E}">
        <p14:creationId xmlns:p14="http://schemas.microsoft.com/office/powerpoint/2010/main" val="12123322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C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468F5-2B5D-4D96-9853-B5F19590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9144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추천: 숏츠처럼 넘겨보는 예고·1화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B5C73-B793-4F53-928B-303544BC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79664426d48f7"/>
          <a:stretch xmlns:a="http://schemas.openxmlformats.org/drawingml/2006/main"/>
        </p:blipFill>
        <p:spPr>
          <a:xfrm xmlns:a="http://schemas.openxmlformats.org/drawingml/2006/main">
            <a:off x="10572750" y="609600"/>
            <a:ext cx="3477163" cy="7124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494EE-81F1-4863-9734-28FC0AB5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800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위로 넘기면</a:t>
            </a:r>
          </a:p>
          <a:p xmlns:a="http://schemas.openxmlformats.org/drawingml/2006/main">
            <a:pPr>
              <a:defRPr sz="480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다음 작품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7484E-DE33-48C2-9410-60154F5D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800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한 화면에 한 작품만 보여줘요.</a:t>
            </a:r>
          </a:p>
          <a:p xmlns:a="http://schemas.openxmlformats.org/drawingml/2006/main">
            <a:pPr>
              <a:defRPr sz="2325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아래로 넘기면 이전 작품으로 돌아가요.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58663-2E55-4C30-9C03-671CF793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34125"/>
            <a:ext cx="800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마음에 들면 “1화부터 본편 보기”로</a:t>
            </a:r>
          </a:p>
          <a:p xmlns:a="http://schemas.openxmlformats.org/drawingml/2006/main">
            <a:pPr>
              <a:defRPr sz="217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정식 회차 감상을 시작해요.</a:t>
            </a:r>
          </a:p>
        </p:txBody>
      </p:sp>
    </p:spTree>
    <p:extLst>
      <p:ext uri="{BB962C8B-B14F-4D97-AF65-F5344CB8AC3E}">
        <p14:creationId xmlns:p14="http://schemas.microsoft.com/office/powerpoint/2010/main" val="9202038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C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9B050-FB73-436F-A473-28E9494F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추천에서 본편으로 이어지는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7E93B-81C6-43B9-BF04-47F389BD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76375"/>
            <a:ext cx="1362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미리보기 탐색과 본편 감상 기록을 따로 유지해요.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0C2BF-6875-4486-A9E5-CCA6C663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00100" y="2362200"/>
          <a:ext xmlns:a="http://schemas.openxmlformats.org/drawingml/2006/main" cx="13639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619500"/>
                <a:gridCol w="10020300"/>
              </a:tblGrid>
              <a:tr h="81915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CBF46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누르는 곳</a:t>
                      </a:r>
                    </a:p>
                  </a:txBody>
                  <a:tcPr marL="91440" marR="91440" marT="45720" marB="45720" anchor="ctr">
                    <a:solidFill>
                      <a:srgbClr val="1D2420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CBF46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이어지는 동작</a:t>
                      </a:r>
                    </a:p>
                  </a:txBody>
                  <a:tcPr marL="91440" marR="91440" marT="45720" marB="45720" anchor="ctr">
                    <a:solidFill>
                      <a:srgbClr val="1D2420"/>
                    </a:solidFill>
                  </a:tcPr>
                </a:tc>
              </a:tr>
              <a:tr h="81915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저장 / 회차 / 공유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오른쪽 버튼으로 저장하거나 회차와 공유창 열기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  <a:tr h="81915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작품 제목과 줄거리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작품의 소개 확인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  <a:tr h="81915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1화부터 본편 보기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1화 시작 또는 저장된 본편 위치에서 이어보기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  <a:tr h="81915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본편과 팝업 닫기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보던 추천 작품과 미리보기 위치로 복귀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124A9-7604-47D1-90A7-D461161E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00875"/>
            <a:ext cx="1352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미리보기를 넘겨도 포인트를 사용하지 않아요.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03D89-7453-4552-A15B-C851E270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39050"/>
            <a:ext cx="1304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화면 밖의 미리보기와 팝업 뒤의 영상은 멈춰요.</a:t>
            </a:r>
          </a:p>
        </p:txBody>
      </p:sp>
    </p:spTree>
    <p:extLst>
      <p:ext uri="{BB962C8B-B14F-4D97-AF65-F5344CB8AC3E}">
        <p14:creationId xmlns:p14="http://schemas.microsoft.com/office/powerpoint/2010/main" val="18096909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C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850F7-90FD-4D90-92D9-779ED93C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작품 소개와 전체 회차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70FB8-E866-4980-A856-94C45797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76375"/>
            <a:ext cx="1362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무료 회차와 잠긴 회차를 글자와 아이콘으로 구분해요.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8DC97-5FC8-4F11-A1AF-883609C9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77612f0e04d76"/>
          <a:stretch xmlns:a="http://schemas.openxmlformats.org/drawingml/2006/main"/>
        </p:blipFill>
        <p:spPr>
          <a:xfrm xmlns:a="http://schemas.openxmlformats.org/drawingml/2006/main">
            <a:off x="800100" y="2276475"/>
            <a:ext cx="2575332" cy="52768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d1d67e58d490f"/>
          <a:stretch xmlns:a="http://schemas.openxmlformats.org/drawingml/2006/main"/>
        </p:blipFill>
        <p:spPr>
          <a:xfrm xmlns:a="http://schemas.openxmlformats.org/drawingml/2006/main">
            <a:off x="3838575" y="2276475"/>
            <a:ext cx="2575332" cy="5276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1901F-84A9-466A-A9BF-A5C08EFF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57500"/>
            <a:ext cx="7115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소개에서 확인하는 정보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80BC8-9752-4579-AB5D-27CD3BE0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71151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줄거리, 제작사, 전체 회차, 무료 범위.</a:t>
            </a:r>
          </a:p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무료 시작·저장·공유 버튼을 함께 배치해요.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E7BBF-B795-4281-B507-91296A9E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53000"/>
            <a:ext cx="7115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회차에서 확인하는 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5C6EE-02D0-4FD8-9629-F04DAB1E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71151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무료 / 잠김 / 이미 열림 / 현재 회차.</a:t>
            </a:r>
          </a:p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한 번 연 회차는 다시 봐도 무료예요.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EF466-D9C9-4F88-9FCD-C2383324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39050"/>
            <a:ext cx="1304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현재 재감상 권한은 이 브라우저의 체험 기록에 저장돼요.</a:t>
            </a:r>
          </a:p>
        </p:txBody>
      </p:sp>
    </p:spTree>
    <p:extLst>
      <p:ext uri="{BB962C8B-B14F-4D97-AF65-F5344CB8AC3E}">
        <p14:creationId xmlns:p14="http://schemas.microsoft.com/office/powerpoint/2010/main" val="12441718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C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13EAF-AA5C-49B9-B443-961F498B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재생 화면: 이야기 중심으로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307FE-CDF3-4DD2-ABDC-A9394479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76375"/>
            <a:ext cx="1362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세로 감상과 읽기 쉬운 자막, 가까이 두는 감상 설정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F6211-7D4E-4FC6-B4C0-2C34E3A7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d6eb71eb64bdb"/>
          <a:stretch xmlns:a="http://schemas.openxmlformats.org/drawingml/2006/main"/>
        </p:blipFill>
        <p:spPr>
          <a:xfrm xmlns:a="http://schemas.openxmlformats.org/drawingml/2006/main">
            <a:off x="514350" y="2371907"/>
            <a:ext cx="10001250" cy="558128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057E0-60B5-424D-92DF-93294168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4765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재생과 이동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4E5C7-E383-4A94-A6C3-4511FFD6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95625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화면을 눌러 재생·정지.</a:t>
            </a:r>
          </a:p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진행 막대로 위치를 찾아요.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DCDE9-3B69-47B5-993B-FF3716C8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053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감상 설정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F4A3B-58EB-433B-A127-2DF3EDCA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24475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회차, 속도, 자막을 선택.</a:t>
            </a:r>
          </a:p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잠긴 회차는 확인 후 열어요.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D2E57-32E2-4DAB-BBC3-A4DE14C3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39050"/>
            <a:ext cx="1304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현재는 표지 움직임과 예시 자막으로 만든 60초 화면 체험이에요.</a:t>
            </a:r>
          </a:p>
        </p:txBody>
      </p:sp>
    </p:spTree>
    <p:extLst>
      <p:ext uri="{BB962C8B-B14F-4D97-AF65-F5344CB8AC3E}">
        <p14:creationId xmlns:p14="http://schemas.microsoft.com/office/powerpoint/2010/main" val="30725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C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89259-26C4-4DDE-9EAC-C0A10CDA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9144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유료 회차: 사용할 포인트부터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0427A-F2CE-4937-A8CD-F5F452F5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2165cbbb844f4"/>
          <a:stretch xmlns:a="http://schemas.openxmlformats.org/drawingml/2006/main"/>
        </p:blipFill>
        <p:spPr>
          <a:xfrm xmlns:a="http://schemas.openxmlformats.org/drawingml/2006/main">
            <a:off x="10572750" y="609600"/>
            <a:ext cx="3477163" cy="7124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A27F2-DE0C-4B1A-A459-67CCA987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가격과 잔액을 같은 창에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4C353-C088-40DD-A766-CEEA125E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828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이번 회차 10P, 내 포인트, 필요한 포인트를</a:t>
            </a:r>
          </a:p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한 번에 확인할 수 있어요.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2BA39-0BC3-4CC2-B5B3-090B50D7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확인 버튼을 누를 때만 사용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CF54A-0EBB-4CD3-B0D1-A7616C26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828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부족하면 광고 보상이나 충전을 선택해요.</a:t>
            </a:r>
          </a:p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포인트를 받았다고 자동으로 회차를 열지 않아요.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CE0D1-5B1E-46D3-A128-576393A1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39050"/>
            <a:ext cx="1304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회차당 10P는 시연값이에요. 실제 서비스 가격은 출시 전에 정해요.</a:t>
            </a:r>
          </a:p>
        </p:txBody>
      </p:sp>
    </p:spTree>
    <p:extLst>
      <p:ext uri="{BB962C8B-B14F-4D97-AF65-F5344CB8AC3E}">
        <p14:creationId xmlns:p14="http://schemas.microsoft.com/office/powerpoint/2010/main" val="9006696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C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DB27D-2774-4008-9A48-BBB94DF6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9144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포인트: 광고 보상과 충전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7DBFA-3E11-407B-B815-2C014E1C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4e803ea334ddb"/>
          <a:stretch xmlns:a="http://schemas.openxmlformats.org/drawingml/2006/main"/>
        </p:blipFill>
        <p:spPr>
          <a:xfrm xmlns:a="http://schemas.openxmlformats.org/drawingml/2006/main">
            <a:off x="10572750" y="610662"/>
            <a:ext cx="3477163" cy="712257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CC116-0407-48B1-A0E4-9778DBC2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광고 보고 받기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D6074-22AF-4CC1-90E7-51668708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828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현재는 5초 체험을 마치면 +10P.</a:t>
            </a:r>
          </a:p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하루 5회까지, 중간에 닫으면 보상은 없어요.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853D2-FF8E-4621-A27B-461AADE5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필요한 만큼 충전하기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11937-001B-4D05-B671-FAAA64DE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828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100P / 300P / 600P 상품을 골라요.</a:t>
            </a:r>
          </a:p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받고 사용한 기록은 “이용 내역”에서 확인해요.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29E84-C4D4-4670-9196-515FFE87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39050"/>
            <a:ext cx="1304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실제 광고·결제는 미연결이에요. 광고 길이, 지급량, 가격은 예시예요.</a:t>
            </a:r>
          </a:p>
        </p:txBody>
      </p:sp>
    </p:spTree>
    <p:extLst>
      <p:ext uri="{BB962C8B-B14F-4D97-AF65-F5344CB8AC3E}">
        <p14:creationId xmlns:p14="http://schemas.microsoft.com/office/powerpoint/2010/main" val="8370677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C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BE634-35CF-4E5A-B201-39DF5AFF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찾기와 보관함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96F19-0805-4516-8FB9-CFC82DBA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76375"/>
            <a:ext cx="1362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새로운 작품을 찾고, 보던 이야기를 다시 이어가요.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A863D-5F12-4C1C-AD54-61E277FF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fcbca422a4a0e"/>
          <a:stretch xmlns:a="http://schemas.openxmlformats.org/drawingml/2006/main"/>
        </p:blipFill>
        <p:spPr>
          <a:xfrm xmlns:a="http://schemas.openxmlformats.org/drawingml/2006/main">
            <a:off x="1047750" y="2277261"/>
            <a:ext cx="2575332" cy="527527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00306-FE8A-4FF3-839A-A1430BCC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24150"/>
            <a:ext cx="9020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작품명과 장르로 찾기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C0B6B-4334-4AC9-A859-1DA4B092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43275"/>
            <a:ext cx="90201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제목을 입력하거나 장르를 눌러</a:t>
            </a:r>
          </a:p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원하는 작품을 좁혀볼 수 있어요.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30923-26E8-41A4-A4F3-392AC73F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57750"/>
            <a:ext cx="9020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저장과 이어보기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3CC88-E1EE-438F-AF41-2BA62847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76875"/>
            <a:ext cx="90201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보관함에서 저장한 작품과 시청 기록을 봐요.</a:t>
            </a:r>
          </a:p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본편을 닫으면 이어보기 표시로 돌아갈 수 있어요.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2C7B4-9584-4921-A257-251B7385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39050"/>
            <a:ext cx="1304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추천 미리보기 화면에서는 이어보기 표시를 숨겨 감상 공간을 확보해요.</a:t>
            </a:r>
          </a:p>
        </p:txBody>
      </p:sp>
    </p:spTree>
    <p:extLst>
      <p:ext uri="{BB962C8B-B14F-4D97-AF65-F5344CB8AC3E}">
        <p14:creationId xmlns:p14="http://schemas.microsoft.com/office/powerpoint/2010/main" val="4618035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0C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8E292-E9A4-462F-97E0-A2C82C32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9144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내 정보와 작품 공유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69E09-DDA8-4986-9578-335F9044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63782e3c24f58"/>
          <a:stretch xmlns:a="http://schemas.openxmlformats.org/drawingml/2006/main"/>
        </p:blipFill>
        <p:spPr>
          <a:xfrm xmlns:a="http://schemas.openxmlformats.org/drawingml/2006/main">
            <a:off x="10572750" y="609600"/>
            <a:ext cx="3477163" cy="7124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8A2C5-2D0B-4B0B-8E45-4E3D6195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포인트와 감상 설정 관리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D696F-A1DF-4511-B30F-4065AF1D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828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잔액, 이용 내역, 시청 기록을 확인해요.</a:t>
            </a:r>
          </a:p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자막과 다음 회차 자동 재생을 설정해요.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91594-34FF-4C50-B1A7-968647B6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같은 작품을 여는 공유 링크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41D63-B660-4B9F-9B9C-CCF142A6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828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작품 링크를 받은 사람은 소개를 열 수 있어요.</a:t>
            </a:r>
          </a:p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개인의 포인트와 감상 기록은 공유되지 않아요.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5432F-4B63-49A6-94C2-78DE7D9E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39050"/>
            <a:ext cx="1304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현재는 게스트 체험이며 기록은 기기 간에 동기화되지 않아요.</a:t>
            </a:r>
          </a:p>
        </p:txBody>
      </p:sp>
    </p:spTree>
    <p:extLst>
      <p:ext uri="{BB962C8B-B14F-4D97-AF65-F5344CB8AC3E}">
        <p14:creationId xmlns:p14="http://schemas.microsoft.com/office/powerpoint/2010/main" val="19124289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0C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90623-6C07-4B3B-9675-F2F40295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공통 디자인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FC921-0694-4461-806F-2557079C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76375"/>
            <a:ext cx="1362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영상과 표지가 먼저 보이고, 조작은 쉽게 읽히도록 맞춰요.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9E3D6-FD72-46BA-B02D-E671F135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3D3B9-D9D4-4DDC-878E-0BB3EBC5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12954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525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6525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Pretendard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FCABE-771A-440B-B392-3A3FFAFA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앱의 제목부터 버튼, 자막까지 같은 한글 글꼴을 사용해요.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00100" y="4924425"/>
          <a:ext xmlns:a="http://schemas.openxmlformats.org/drawingml/2006/main" cx="13639800" cy="2190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572000"/>
                <a:gridCol w="9067800"/>
              </a:tblGrid>
              <a:tr h="547688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CBF46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역할</a:t>
                      </a:r>
                    </a:p>
                  </a:txBody>
                  <a:tcPr marL="91440" marR="91440" marT="45720" marB="45720" anchor="ctr">
                    <a:solidFill>
                      <a:srgbClr val="1D2420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CBF46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기준</a:t>
                      </a:r>
                    </a:p>
                  </a:txBody>
                  <a:tcPr marL="91440" marR="91440" marT="45720" marB="45720" anchor="ctr">
                    <a:solidFill>
                      <a:srgbClr val="1D2420"/>
                    </a:solidFill>
                  </a:tcPr>
                </a:tc>
              </a:tr>
              <a:tr h="547688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배경 / 글자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차콜 #0B0C0F  /  밝은 글자 #F7F7F2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  <a:tr h="547688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주요 버튼과 선택 표시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라임 #CBF46A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  <a:tr h="547688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여백과 버튼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모바일 좌우 22px  /  주요 버튼 높이 약 48~50px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58766-7334-4625-A58F-29ACDECF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39050"/>
            <a:ext cx="1304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설명 문서는 Google Slides에서 읽고 편집하기 좋은 Noto Sans KR을 사용해요.</a:t>
            </a:r>
          </a:p>
        </p:txBody>
      </p:sp>
    </p:spTree>
    <p:extLst>
      <p:ext uri="{BB962C8B-B14F-4D97-AF65-F5344CB8AC3E}">
        <p14:creationId xmlns:p14="http://schemas.microsoft.com/office/powerpoint/2010/main" val="7079576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0C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06E31-06A8-48EE-8C86-DB0C7DE8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모바일과 PC에서 같은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D9CF7-86E8-48EE-A3B2-A00C54E7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76375"/>
            <a:ext cx="1362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현재는 휴대폰 브라우저에서 링크로 열어보는 반응형 웹이에요.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561C4-AC00-4DBC-BFCF-548AF2F6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3ABF7-323F-4338-979F-4E345FBF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모바일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26541-57FA-4C70-8B45-E15723FA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447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세로 감상과 하단 메뉴.</a:t>
            </a:r>
          </a:p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한 손으로 주요 버튼을 눌러요.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3501B-561C-43B5-9F41-EA98AFFA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PC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CADD0-8288-4C2F-957C-1E18AEBC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447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넓은 목록과 작품 소개를</a:t>
            </a:r>
          </a:p>
          <a:p xmlns:a="http://schemas.openxmlformats.org/drawingml/2006/main">
            <a:pPr>
              <a:def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함께 보여줘요.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d7c1548e74f22"/>
          <a:stretch xmlns:a="http://schemas.openxmlformats.org/drawingml/2006/main"/>
        </p:blipFill>
        <p:spPr>
          <a:xfrm xmlns:a="http://schemas.openxmlformats.org/drawingml/2006/main">
            <a:off x="5905500" y="2382421"/>
            <a:ext cx="8524875" cy="476015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616AC-C428-4E61-9F26-C9A7BCEF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39050"/>
            <a:ext cx="1304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iPhone·Android 설치 앱과 실기기 검증은 다음 개발 범위예요.</a:t>
            </a:r>
          </a:p>
        </p:txBody>
      </p:sp>
    </p:spTree>
    <p:extLst>
      <p:ext uri="{BB962C8B-B14F-4D97-AF65-F5344CB8AC3E}">
        <p14:creationId xmlns:p14="http://schemas.microsoft.com/office/powerpoint/2010/main" val="4671212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0C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80C60-81D9-4BB4-9773-6EE9CECA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콘텐츠 운영 방식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DBD58-FB98-4D12-B47F-A3A1124C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76375"/>
            <a:ext cx="1362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출시용 제안: 운영팀과 제휴 제작사의 작품을 공식 편성해요.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7BE4F-A93C-4032-A9CA-F0523630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00100" y="2400300"/>
          <a:ext xmlns:a="http://schemas.openxmlformats.org/drawingml/2006/main" cx="13639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10496550"/>
              </a:tblGrid>
              <a:tr h="80010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CBF46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 단계</a:t>
                      </a:r>
                    </a:p>
                  </a:txBody>
                  <a:tcPr marL="91440" marR="91440" marT="45720" marB="45720" anchor="ctr">
                    <a:solidFill>
                      <a:srgbClr val="1D2420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CBF46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확인하고 등록하는 내용</a:t>
                      </a:r>
                    </a:p>
                  </a:txBody>
                  <a:tcPr marL="91440" marR="91440" marT="45720" marB="45720" anchor="ctr">
                    <a:solidFill>
                      <a:srgbClr val="1D2420"/>
                    </a:solidFill>
                  </a:tcPr>
                </a:tc>
              </a:tr>
              <a:tr h="80010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작품 등록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제목, 표지, 소개, 장르, 제작사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  <a:tr h="80010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회차 등록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1분 본편, 예고·1화 미리보기, 자막, 공개 순서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  <a:tr h="80010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이용 조건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무료 7~10화 범위와 이후 회차의 포인트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  <a:tr h="80010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공개 관리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영상과 자막 확인, 공개 일정, 홈에 노출할 작품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35141-26C5-4901-BB97-A3F74DD1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rPr>
              <a:t>운영자 업로드 화면은 다음 개발 단계에서 만들어요.</a:t>
            </a:r>
          </a:p>
        </p:txBody>
      </p:sp>
    </p:spTree>
    <p:extLst>
      <p:ext uri="{BB962C8B-B14F-4D97-AF65-F5344CB8AC3E}">
        <p14:creationId xmlns:p14="http://schemas.microsoft.com/office/powerpoint/2010/main" val="4402034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0C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F1662-3B21-4120-962E-7F22E0D0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현재 구현과 출시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BD35A-D186-4B32-97F6-9FA8360D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76375"/>
            <a:ext cx="1362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지금 체험할 수 있는 화면과 실제 서비스 연결 범위를 구분해요.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7B3BF-AE50-4997-A8AF-2B760598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00100" y="2400300"/>
          <a:ext xmlns:a="http://schemas.openxmlformats.org/drawingml/2006/main" cx="13639800" cy="4457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819900"/>
                <a:gridCol w="6819900"/>
              </a:tblGrid>
              <a:tr h="74295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CBF46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눌러볼 수 있는 기능</a:t>
                      </a:r>
                    </a:p>
                  </a:txBody>
                  <a:tcPr marL="91440" marR="91440" marT="45720" marB="45720" anchor="ctr">
                    <a:solidFill>
                      <a:srgbClr val="1D2420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CBF46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출시 전에 연결할 기능</a:t>
                      </a:r>
                    </a:p>
                  </a:txBody>
                  <a:tcPr marL="91440" marR="91440" marT="45720" marB="45720" anchor="ctr">
                    <a:solidFill>
                      <a:srgbClr val="1D2420"/>
                    </a:solidFill>
                  </a:tcPr>
                </a:tc>
              </a:tr>
              <a:tr h="74295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홈·검색·추천 미리보기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드라마 영상과 자막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  <a:tr h="74295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소개·회차·재생 화면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계정과 기기 간 기록 동기화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  <a:tr h="74295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포인트·광고 보상 체험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광고, 앱 결제, 포인트 확인 서버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  <a:tr h="74295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저장·시청 기록·공유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운영자 작품 등록과 공개 관리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  <a:tr h="742950"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모바일·PC 화면 대응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  <a:tc>
                  <a:txBody>
                    <a:bodyPr lIns="190500" tIns="123825" rIns="190500" bIns="1238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F7F7F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iOS·Android 설치 앱과 기기 검증</a:t>
                      </a:r>
                    </a:p>
                  </a:txBody>
                  <a:tcPr marL="91440" marR="91440" marT="45720" marB="45720" anchor="ctr"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8ADE8-8325-4E05-A8F5-0D36863D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39050"/>
            <a:ext cx="1304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창작마당, 카페, AI 채팅, 구독, 다운로드는 이번 범위에서 제외해요.</a:t>
            </a:r>
          </a:p>
        </p:txBody>
      </p:sp>
    </p:spTree>
    <p:extLst>
      <p:ext uri="{BB962C8B-B14F-4D97-AF65-F5344CB8AC3E}">
        <p14:creationId xmlns:p14="http://schemas.microsoft.com/office/powerpoint/2010/main" val="7780242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0C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03A27-703A-4D73-8EA9-A50D6FFC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직접 체험하기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60137-FB8B-40EE-9E01-D5921F28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8348F-24C5-4065-BA7F-8EB6A0DE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1314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구현 화면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D48CE-8540-45F3-8D99-9F5D2497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1333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CBF46A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94578f908b8e428b"/>
              </a:rPr>
              <a:t>AI DRAMA 열기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63F90-C027-4F36-B228-5C488FD7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05275"/>
            <a:ext cx="1362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https://ai-drama-screen.qwerqerqwere.chatgpt.site/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DC09B-DD7C-4137-A59E-455C9397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314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7F7F2"/>
                </a:solidFill>
                <a:latin typeface="Noto Sans KR"/>
                <a:ea typeface="Noto Sans KR"/>
                <a:cs typeface="Noto Sans KR"/>
              </a:rPr>
              <a:t>소스 코드 저장소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1B215-5D5A-4E5A-B629-9C2D5324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333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BF46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CBF46A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d3abf30f34e24d26"/>
              </a:rPr>
              <a:t>https://github.com/ejrhgk16/aivideo_av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DFA22-8F03-4261-990D-27A310F8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39050"/>
            <a:ext cx="1304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6ABB4"/>
                </a:solidFill>
                <a:latin typeface="Noto Sans KR"/>
                <a:ea typeface="Noto Sans KR"/>
                <a:cs typeface="Noto Sans KR"/>
              </a:rPr>
              <a:t>홈에서 무료 감상, 추천에서 넘겨보기, 다음 회차 열기를 체험할 수 있어요.</a:t>
            </a:r>
          </a:p>
        </p:txBody>
      </p:sp>
    </p:spTree>
    <p:extLst>
      <p:ext uri="{BB962C8B-B14F-4D97-AF65-F5344CB8AC3E}">
        <p14:creationId xmlns:p14="http://schemas.microsoft.com/office/powerpoint/2010/main" val="1681705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2026-09-09T07:56:14.5250000Z</dcterms:created>
  <dcterms:modified xsi:type="dcterms:W3CDTF">2026-09-09T07:56:14.5250000Z</dcterms:modified>
</coreProperties>
</file>